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85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8"/>
    <p:restoredTop sz="94729"/>
  </p:normalViewPr>
  <p:slideViewPr>
    <p:cSldViewPr snapToGrid="0">
      <p:cViewPr varScale="1">
        <p:scale>
          <a:sx n="112" d="100"/>
          <a:sy n="112" d="100"/>
        </p:scale>
        <p:origin x="6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69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2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45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08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16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63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66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6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8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6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84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0948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9398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941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25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1908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35182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273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42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627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740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604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707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044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933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23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45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E60EC3F1-23EB-BF44-AD8A-890DCDB8507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54C8E1BC-835D-C54D-B0FD-8946321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24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2" r:id="rId17"/>
    <p:sldLayoutId id="2147484003" r:id="rId18"/>
    <p:sldLayoutId id="2147484004" r:id="rId19"/>
    <p:sldLayoutId id="2147484005" r:id="rId20"/>
    <p:sldLayoutId id="2147484006" r:id="rId21"/>
    <p:sldLayoutId id="2147484007" r:id="rId22"/>
    <p:sldLayoutId id="2147484008" r:id="rId23"/>
    <p:sldLayoutId id="2147484009" r:id="rId24"/>
    <p:sldLayoutId id="2147484010" r:id="rId25"/>
    <p:sldLayoutId id="2147484011" r:id="rId26"/>
    <p:sldLayoutId id="2147484012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83A7D-706F-5B0A-4926-065B855E8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2114550"/>
            <a:ext cx="8154804" cy="1738875"/>
          </a:xfrm>
          <a:ln w="762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Between Narrator Analysis in Frankenstein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E5E30-1684-7833-4E8C-71D05B0BD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7087" y="4064934"/>
            <a:ext cx="4257825" cy="495636"/>
          </a:xfr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lang="en-US" dirty="0"/>
              <a:t>By Dwight Britton</a:t>
            </a:r>
          </a:p>
        </p:txBody>
      </p:sp>
    </p:spTree>
    <p:extLst>
      <p:ext uri="{BB962C8B-B14F-4D97-AF65-F5344CB8AC3E}">
        <p14:creationId xmlns:p14="http://schemas.microsoft.com/office/powerpoint/2010/main" val="329070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1FA8C-6A07-2654-76BE-E7BEC9D73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" y="298426"/>
            <a:ext cx="10835640" cy="969264"/>
          </a:xfrm>
          <a:ln w="76200"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r>
              <a:rPr lang="en-US" sz="48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54773-BA2B-E65F-80E8-C2B610623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180" y="1340427"/>
            <a:ext cx="10835640" cy="4931450"/>
          </a:xfr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lang="en-US" sz="2800" dirty="0"/>
              <a:t>Frankenstein is told through multiple narrators</a:t>
            </a:r>
          </a:p>
          <a:p>
            <a:endParaRPr lang="en-US" sz="2800" dirty="0"/>
          </a:p>
          <a:p>
            <a:r>
              <a:rPr lang="en-US" sz="2800" dirty="0"/>
              <a:t>Goal: determine if Mary Shelley created measurably distinct voicing between each narrators</a:t>
            </a:r>
          </a:p>
          <a:p>
            <a:endParaRPr lang="en-US" sz="2800" dirty="0"/>
          </a:p>
          <a:p>
            <a:r>
              <a:rPr lang="en-US" sz="2800" dirty="0"/>
              <a:t>Data source: Frankenstein_1831.txt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305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71B54-19E4-C380-26DE-5E91C8BC5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" y="240238"/>
            <a:ext cx="10835640" cy="969264"/>
          </a:xfrm>
          <a:ln w="76200"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r>
              <a:rPr lang="en-US" sz="4800" dirty="0"/>
              <a:t>Dividing by narrator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F7ACFA-13B5-9A78-5132-A99E8EEE1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9349" y="1901536"/>
            <a:ext cx="7053301" cy="4115378"/>
          </a:xfrm>
          <a:prstGeom prst="rect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73599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4EE85-3107-8B7F-1CBF-47C73629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" y="265811"/>
            <a:ext cx="10835640" cy="969264"/>
          </a:xfrm>
          <a:ln w="76200"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r>
              <a:rPr lang="en-US" sz="4800" dirty="0"/>
              <a:t>Finding distance between narrators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2EABBF-114C-CCB8-E925-9EE71AAC17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00"/>
          <a:stretch>
            <a:fillRect/>
          </a:stretch>
        </p:blipFill>
        <p:spPr>
          <a:xfrm>
            <a:off x="7253778" y="4583430"/>
            <a:ext cx="4392577" cy="640462"/>
          </a:xfrm>
          <a:prstGeom prst="rect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8FA188-2B96-ED38-9A5D-90656702B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" y="3200052"/>
            <a:ext cx="5601970" cy="3058255"/>
          </a:xfrm>
          <a:prstGeom prst="rect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47CE00-6D65-8FD5-A5A1-B0862EA44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891" y="1521979"/>
            <a:ext cx="7772400" cy="1391169"/>
          </a:xfrm>
          <a:prstGeom prst="rect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7D4EA1-0B9C-4FD0-3176-F3F4D317D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074" y="1521980"/>
            <a:ext cx="3515035" cy="1391169"/>
          </a:xfrm>
          <a:prstGeom prst="rect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06656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0FD1-B220-8D10-196B-5B3AAF0BD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618" y="302583"/>
            <a:ext cx="10835640" cy="969264"/>
          </a:xfrm>
          <a:ln w="76200"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r>
              <a:rPr lang="en-US" sz="4800" dirty="0"/>
              <a:t>Visualizing the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69ADA3-6945-BDFA-A1FF-4417B0A21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056" y="1828800"/>
            <a:ext cx="5331502" cy="4351338"/>
          </a:xfrm>
          <a:prstGeom prst="rect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21A0EC-2CC4-BA4D-3B64-2E74D88D8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438" y="1828799"/>
            <a:ext cx="5508506" cy="4351338"/>
          </a:xfrm>
          <a:prstGeom prst="rect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06130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838F-56A4-5322-B220-8CAE986C3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" y="213942"/>
            <a:ext cx="10835640" cy="969264"/>
          </a:xfrm>
          <a:ln w="76200"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r>
              <a:rPr lang="en-US" sz="4800" dirty="0"/>
              <a:t>Conclusion and Further Investigation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F4BC6-19E1-D1B4-26F3-2058ACF1B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180" y="1257300"/>
            <a:ext cx="10835640" cy="5014578"/>
          </a:xfr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/>
          <a:p>
            <a:r>
              <a:rPr lang="en-US" sz="2800" dirty="0"/>
              <a:t>There are measurably different word-frequency patterns</a:t>
            </a:r>
          </a:p>
          <a:p>
            <a:r>
              <a:rPr lang="en-US" sz="2800" dirty="0"/>
              <a:t>The difference is very small (0.0005)</a:t>
            </a:r>
          </a:p>
          <a:p>
            <a:endParaRPr lang="en-US" sz="2800" dirty="0"/>
          </a:p>
          <a:p>
            <a:r>
              <a:rPr lang="en-US" sz="2800" dirty="0"/>
              <a:t>Different distance algorithms and different methods of splitting the data could be used to potentially get further insights on the voicing patterns.</a:t>
            </a:r>
          </a:p>
        </p:txBody>
      </p:sp>
    </p:spTree>
    <p:extLst>
      <p:ext uri="{BB962C8B-B14F-4D97-AF65-F5344CB8AC3E}">
        <p14:creationId xmlns:p14="http://schemas.microsoft.com/office/powerpoint/2010/main" val="557345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52441-DE91-6B1B-E5FD-B8A0B2D2E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" y="2944368"/>
            <a:ext cx="10835640" cy="969264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101460957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284</TotalTime>
  <Words>89</Words>
  <Application>Microsoft Macintosh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Dune</vt:lpstr>
      <vt:lpstr>Between Narrator Analysis in Frankenstein</vt:lpstr>
      <vt:lpstr>Introduction</vt:lpstr>
      <vt:lpstr>Dividing by narrator</vt:lpstr>
      <vt:lpstr>Finding distance between narrators</vt:lpstr>
      <vt:lpstr>Visualizing the data</vt:lpstr>
      <vt:lpstr>Conclusion and Further Investigation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Britton, Dwight Marshall</dc:creator>
  <cp:lastModifiedBy>Britton, Dwight Marshall</cp:lastModifiedBy>
  <cp:revision>2</cp:revision>
  <dcterms:created xsi:type="dcterms:W3CDTF">2026-09-16T17:58:17Z</dcterms:created>
  <dcterms:modified xsi:type="dcterms:W3CDTF">2026-09-17T12:45:37Z</dcterms:modified>
</cp:coreProperties>
</file>